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template - Minor Project review presentation for B.Tech II year. Replace every placeholder in angle brackets. Title slide: speak for 30 seconds - greet the panel, state the title, introduce the team and the guide. Do not read the slide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60-90 seconds. Start broad (the domain), end narrow (your specific task). Avoid definitions copied from Wikipedia - the panel will ask for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must be ONE sentence. If you need two sentences, the scope is too wide for a minor project. The panel's first question is usually: who exactly benefits?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Speak about the trend: what most papers did, what results they reached, and what all of them left unsolved. Row 1 is a worked example - delete it and put your own paper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good review from an average one. State 2-3 gaps only, and make sure each one maps to a paper you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verbs - study, understand, analyse. Use build, classify, detect, compare, deploy. Four objectives is the right number for a minor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through the diagram left to right in under a minute, naming the input and the output first. Be ready to say where your contribution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module per team member works well - it also answers the panel question 'who did what'.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versions where you know them. If you have a GitHub repository, show the link here - it is strong evidence of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status. Panels reward accurate self-assessment and penalise claims that fall apart under one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week numbers to your academic calendar. Showing a plan for the remaining weeks is what the panel wants to hear at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anything new here. The conclusion restates the problem, the gap and the promise -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deck open on the architecture slide during questions - most panel questions point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  •  BACHUPALLY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545"/>
            <a:ext cx="10881360" cy="7118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&amp; Engineering            </a:t>
            </a:r>
            <a:endParaRPr lang="en-US" sz="4400" dirty="0">
              <a:solidFill>
                <a:srgbClr val="AEBB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4400" dirty="0">
              <a:solidFill>
                <a:srgbClr val="AEBB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08660" y="1051560"/>
            <a:ext cx="10881360" cy="1273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chemeClr val="bg1"/>
                </a:solidFill>
              </a:rPr>
              <a:t>Student Performance &amp; Dropout Predictor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>
                <a:solidFill>
                  <a:schemeClr val="bg1"/>
                </a:solidFill>
              </a:rPr>
              <a:t>Early identification of students who may need academic support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>
                <a:solidFill>
                  <a:schemeClr val="bg1"/>
                </a:solidFill>
              </a:rPr>
              <a:t>Student Name</a:t>
            </a:r>
            <a:r>
              <a:rPr lang="en-US">
                <a:solidFill>
                  <a:schemeClr val="bg1"/>
                </a:solidFill>
              </a:rPr>
              <a:t> R.Pranav suhas</a:t>
            </a:r>
            <a:endParaRPr lang="en-US" sz="1450" dirty="0"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Student Name </a:t>
            </a:r>
            <a:r>
              <a:rPr lang="en-US">
                <a:solidFill>
                  <a:schemeClr val="bg1"/>
                </a:solidFill>
              </a:rPr>
              <a:t>A.Gnaneshwar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>
                <a:solidFill>
                  <a:schemeClr val="bg1"/>
                </a:solidFill>
              </a:rPr>
              <a:t>Guide Name </a:t>
            </a:r>
            <a:r>
              <a:rPr lang="en-US">
                <a:solidFill>
                  <a:schemeClr val="bg1"/>
                </a:solidFill>
              </a:rPr>
              <a:t>: G.Ragavendra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720840" y="410591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>
                <a:solidFill>
                  <a:schemeClr val="bg1"/>
                </a:solidFill>
              </a:rPr>
              <a:t>Designation, Department of CSE</a:t>
            </a:r>
            <a:endParaRPr lang="en-US" sz="1300" dirty="0"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KLH Bachupally Campus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B.Tech II Year  |  Minor Project - Review 1  |  Academic Year 2026-27  |  Date: 13-10-2026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Domain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&amp; Modules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Completed / Demo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 &amp; Review Plan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Outcome &amp; Conclusion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t>What is the domain?</a:t>
            </a:r>
            <a:endParaRPr lang="en-US" sz="1500" dirty="0"/>
          </a:p>
          <a:p>
            <a:r>
              <a:t>Machine learning can identify patterns in student academic records. Classification models use available attributes to estimate whether a student may need extra support.</a:t>
            </a:r>
          </a:p>
          <a:p/>
          <a:p>
            <a:r>
              <a:t>Why is it relevant today?</a:t>
            </a:r>
          </a:p>
          <a:p>
            <a:r>
              <a:t>Early identification can help teachers offer support before academic difficulties grow. No verified statistic was provided in the source presentation.</a:t>
            </a:r>
          </a:p>
          <a:p/>
          <a:p>
            <a:r>
              <a:t>Where does your project sit?</a:t>
            </a:r>
          </a:p>
          <a:p>
            <a:r>
              <a:t>This project compares three classifiers and reports the factors that influence an academic-risk prediction.</a:t>
            </a:r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543800" y="1417320"/>
            <a:ext cx="393192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Student data → Risk prediction</a:t>
            </a:r>
            <a:endParaRPr lang="en-US" sz="1200" dirty="0"/>
          </a:p>
          <a:p>
            <a:r>
              <a:t>→ Factor explanation</a:t>
            </a:r>
          </a:p>
        </p:txBody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Panel tip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claim on this slide must be traceable to a reference on the last slide.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"Institutions may identify struggling students only after their marks have dropped, making early academic support harder to provide."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Students who may be struggling, teachers, academic advisors and educational institutions.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The source presentation provides no measured cost or numeric baseline. The practical cost is delayed support and missed opportunities for timely intervention.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 simple, explainable early-warning workflow can help staff review risk signals earlier; predictions must support—not replace—human judgement.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Preliminary survey based on the supplied project material. Only one publication is identified here; add and verify 8–10 papers before formal submission.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572768"/>
          <a:ext cx="11064240" cy="3255264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2743200"/>
                <a:gridCol w="173736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r>
                        <a:rPr sz="850"/>
                        <a:t>S.No</a:t>
                      </a:r>
                      <a:endParaRPr sz="85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Author &amp; Year</a:t>
                      </a:r>
                      <a:endParaRPr sz="85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Title / Technique Used</a:t>
                      </a:r>
                      <a:endParaRPr sz="85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Dataset / Tools</a:t>
                      </a:r>
                      <a:endParaRPr sz="85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Key Findings</a:t>
                      </a:r>
                      <a:endParaRPr sz="85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Limitation / Gap</a:t>
                      </a:r>
                      <a:endParaRPr sz="85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800"/>
                        <a:t>1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Cortez &amp; Silva (2008)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Student performance prediction; data mining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UCI Portuguese secondary-school data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Introduced the student performance dataset and predictive analysis context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Older study; does not establish a verified dropout label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800"/>
                        <a:t>2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Source PPT (2026)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Logistic Regression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UCI Student Performance; scikit-learn proposed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Provides a baseline classifier and risk probability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No measured result or trained-model score supplied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800"/>
                        <a:t>3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Source PPT (2026)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Decision Tree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UCI Student Performance; scikit-learn proposed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Readable if–then decisions; can show decision factors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No measured result or trained-model score supplied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800"/>
                        <a:t>4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Source PPT (2026)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Random Forest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UCI Student Performance; scikit-learn proposed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Ensemble model with feature-importance support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No measured result or trained-model score supplied</a:t>
                      </a:r>
                      <a:endParaRPr sz="800"/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The source presentation does not provide comparative paper-level results. The project will compare three classifiers on the same test split; the dropout label must be defined as a proxy unless verified dropout data is added.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The UCI dataset does not directly provide a dropout label; a proxy academic-risk target must be clearly defined.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The supplied project material reports no trained-model results or comparison across the three classifiers yet.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 user-facing dashboard or deployed interface is not specified in the supplied project presentation.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We will define a transparent academic-risk proxy, compare Logistic Regression, Decision Tree and Random Forest, and explain influential features; verified dropout prediction requires a suitable labelled dataset.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gap is a sentence that begins with "No existing work has..." or "Existing work does not..."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Rule: every gap here must come from the last column of the literature survey table. A gap you cannot trace to a paper will be rejected by the panel.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3-4 objectives. Each one must start with an action verb and be something you can demonstrate by the final review.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To prepare selected UCI Student Performance attributes, including absences, study time, grades and family-background features.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To train and compare Logistic Regression, Decision Tree and Random Forest using the same data split.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To evaluate each model using accuracy, precision, recall, F1-score and a confusion matrix.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To present the predicted risk label/probability and influential factors in a simple demonstration interface.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objectives and results must match one-to-one at the final review.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UCI Student</a:t>
            </a:r>
            <a:endParaRPr lang="en-US" sz="1200" dirty="0"/>
          </a:p>
          <a:p>
            <a:r>
              <a:t>Performance CSV</a:t>
            </a:r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Clean data,</a:t>
            </a:r>
            <a:endParaRPr lang="en-US" sz="1200" dirty="0"/>
          </a:p>
          <a:p>
            <a:r>
              <a:t>select features,</a:t>
            </a:r>
          </a:p>
          <a:p>
            <a:r>
              <a:t>define proxy label,</a:t>
            </a:r>
          </a:p>
          <a:p>
            <a:r>
              <a:t>split train/test</a:t>
            </a:r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Train Logistic</a:t>
            </a:r>
            <a:endParaRPr lang="en-US" sz="1200" dirty="0"/>
          </a:p>
          <a:p>
            <a:r>
              <a:t>Regression,</a:t>
            </a:r>
          </a:p>
          <a:p>
            <a:r>
              <a:t>Decision Tree,</a:t>
            </a:r>
          </a:p>
          <a:p>
            <a:r>
              <a:t>Random Forest</a:t>
            </a:r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Risk label /</a:t>
            </a:r>
            <a:endParaRPr lang="en-US" sz="1200" dirty="0"/>
          </a:p>
          <a:p>
            <a:r>
              <a:t>probability,</a:t>
            </a:r>
          </a:p>
          <a:p>
            <a:r>
              <a:t>model metrics,</a:t>
            </a:r>
          </a:p>
          <a:p>
            <a:r>
              <a:t>top factors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85800" y="3749040"/>
            <a:ext cx="70408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Architecture flow: CSV records → cleaned feature table → train/test split → three classifiers → evaluation + factor importance → risk output.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every arrow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arrow should say what flows through it - raw image, cleaned CSV, feature vector, JSON response. Unlabelled arrows invite questions you cannot answer.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UCI Student Performance dataset; CSV data. Select relevant academic, absence, study-time and family features. Use a reproducible train/test split.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</p:spPr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Check missing values and data types, encode categorical features where needed, select inputs and define an explicit academic-risk proxy label.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Train Logistic Regression, Decision Tree and Random Forest. Compare on identical test data; inspect feature importance only after training.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Demonstrate input-to-prediction output with risk label/probability, evaluation metrics and influential factors. A specific front-end framework is not stated in the source.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t>Language: Python</a:t>
            </a:r>
            <a:endParaRPr lang="en-US" sz="1350" dirty="0"/>
          </a:p>
          <a:p>
            <a:r>
              <a:t>Libraries: pandas, scikit-learn (planned)</a:t>
            </a:r>
          </a:p>
          <a:p>
            <a:r>
              <a:t>Front end: Not specified; simple notebook/demo interface</a:t>
            </a:r>
          </a:p>
          <a:p>
            <a:r>
              <a:t>Back end: Not specified / not required for a local prototype</a:t>
            </a:r>
          </a:p>
          <a:p>
            <a:r>
              <a:t>Database: CSV dataset</a:t>
            </a:r>
          </a:p>
          <a:p>
            <a:r>
              <a:t>IDE: Jupyter Notebook or VS Code (proposed)</a:t>
            </a:r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t>Processor: Standard laptop/desktop</a:t>
            </a:r>
            <a:endParaRPr lang="en-US" sz="1350" dirty="0"/>
          </a:p>
          <a:p>
            <a:r>
              <a:t>RAM: 8 GB recommended (not specified by project source)</a:t>
            </a:r>
          </a:p>
          <a:p>
            <a:r>
              <a:t>GPU / Cloud: Not required for these classical ML models</a:t>
            </a:r>
          </a:p>
          <a:p>
            <a:r>
              <a:t>Sensors or devices: None</a:t>
            </a:r>
          </a:p>
          <a:p>
            <a:r>
              <a:t>Deployment: Local demonstration (proposed)</a:t>
            </a:r>
          </a:p>
          <a:p>
            <a:r>
              <a:t>Version control: Repository link not provided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</p:spPr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Preliminary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</p:spPr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collection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Source identified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Pre-processing pipeline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Planned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Planned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6B7280"/>
          </a:solidFill>
        </p:spPr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Not specified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6B7280"/>
          </a:solidFill>
        </p:spPr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evaluation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Pending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12280" y="146304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Current evidence: project concept, dataset choice, workflow and model plan are documented. No trained-model scores or working UI screenshot were supplied.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4892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5029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one working thing, however small. A live screenshot beats three slides of claims.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Project topic and initial presentation documented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Dataset, proxy label, literature and objectives to be finalised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Implement preprocessing and train three baseline models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Evaluate, explain factors, demonstrate output and complete report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Update the timeline to match your actual academic calendar and completed work.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Current status based on the supplied PPT: concept and proposed workflow are documented; model training, measured results and interface evidence were not provided.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 prototype that estimates academic risk and explains the factors behind each prediction.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Report actual accuracy, precision, recall, F1-score and confusion matrix after training; no target score is claimed yet.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Teachers and academic advisors can use the output to prioritise supportive follow-up, with human review.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This project addresses delayed identification of students who may need academic support by comparing three machine-learning classifiers. The supplied UCI dataset does not directly label dropout, so the first version must use a clearly defined academic-risk proxy. The final prototype will report measured classification metrics and model-derived factor importance. Future work can add verified institutional dropout labels and a secure dashboard.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Team: Add student names  |  Guide: Add guide name  |  Dept. of CSE, KLH Bachupally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9225</Words>
  <Application>WPS Presentation</Application>
  <PresentationFormat>On-screen Show (16:9)</PresentationFormat>
  <Paragraphs>461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- Model Review Presentation</dc:title>
  <dc:creator>Dept. of CSE, KLH Bachupally</dc:creator>
  <dc:subject>PptxGenJS Presentation</dc:subject>
  <cp:lastModifiedBy>Pranav suhas Ravuri</cp:lastModifiedBy>
  <cp:revision>2</cp:revision>
  <dcterms:created xsi:type="dcterms:W3CDTF">2026-09-16T05:47:00Z</dcterms:created>
  <dcterms:modified xsi:type="dcterms:W3CDTF">2026-10-13T07:37:37Z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E1A4F563C43045098FC29CE73D5903FE_12</vt:lpwstr>
  </property>
</Properties>
</file>